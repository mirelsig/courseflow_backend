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223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 FullStack  ·  Peñascal F5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CourseFlow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Gestión de Cursos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715768"/>
            <a:ext cx="5943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FastAPI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66544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66544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Vue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67328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67328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68112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68112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Docker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68896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68896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Documentación técnica completa · Backend + Frontend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 Visión General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CourseFlow es una plataforma de gestión de cursos con dos superficies principales: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727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508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API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240280"/>
            <a:ext cx="7315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2240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FastAPI + Pydantic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816352"/>
            <a:ext cx="7315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816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PostgreSQL + SQLAlchemy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3392424"/>
            <a:ext cx="7315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3392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Alembic (migraciones)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968496"/>
            <a:ext cx="73152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3968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Docker &amp; docker-compose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1508760"/>
            <a:ext cx="4023360" cy="32004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0" y="1508760"/>
            <a:ext cx="4023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57276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21808" y="1508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 Web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892040" y="2240280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074920" y="2240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Vue 3 + Composition API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892040" y="2816352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074920" y="2816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Vite + TypeScript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892040" y="3392424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074920" y="3392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Pinia + Vue Router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92040" y="3968496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074920" y="39684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Axios (HTTP cliente)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Cubre: autenticación · catálogo · inscripción · gestión administrativa · dashboard · administración de usuarios · trazabilidad de solicitudes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Capa Backend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48132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060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FastAPI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Endpoints REST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4747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Validación con Pydantic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7472" y="309067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Inyección de dependencias (Depends)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7472" y="363931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Swagger / ReDoc automáticos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7472" y="418795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Middlewares, CORS, cookies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5740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057400" y="914400"/>
            <a:ext cx="1481328" cy="6400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106070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3055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Persistencia relacional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13055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Usuarios, cursos, solicitudes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130552" y="309067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Listas de espera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130552" y="363931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Relaciones 1:N y N:M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130552" y="418795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Soporte transaccional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84048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840480" y="914400"/>
            <a:ext cx="148132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106070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84048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SQLAlchemy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91363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Mapeo ORM Python → SQL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91363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Gestión de sesiones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913632" y="309067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Operaciones transaccionales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913632" y="363931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Sin SQL crudo cuando innecesario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62356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5623560" y="914400"/>
            <a:ext cx="1481328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060704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62356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Alembic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69671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Versionado del esquema DB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569671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Evolución sin pérdida de datos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696712" y="309067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alembic upgrade head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7406640" y="914400"/>
            <a:ext cx="148132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7406640" y="914400"/>
            <a:ext cx="1481328" cy="640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1060704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406640" y="1554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4C7"/>
                </a:solidFill>
              </a:rPr>
              <a:t>Docker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7479792" y="199339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Reproducibilidad de entornos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7479792" y="2542032"/>
            <a:ext cx="1335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Orquestación con docker-compose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 Capa Frontend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Tecnología 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Vue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Composition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20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Vite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0208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Entorno de desarrollo y build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Tipado estático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44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Vue Router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Navegación SPA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57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Pinia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3557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Estado compartido global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Axios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Acceso HTTP con credenciales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Organización de Código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1508760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508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src/views/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37960" y="1508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Páginas de la aplicación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020824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2020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20208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Piezas reutilizables de UI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2532888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5328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src/composables/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25328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Lógica de estado reutilizable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044952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30449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044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Clientes y servicios de 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557016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5570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src/stores/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35570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Estado global (Pinia)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4069080"/>
            <a:ext cx="1554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40690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src/types/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37960" y="4069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Contratos de datos (TypeScript)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Integración Backend ↔ Frontend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73152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9728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Cookie HttpOnly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La sesión se maneja con cookie HttpOnly para reducir la exposición del token.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078992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9728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Axios withCredentials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axios usa withCredentials: true para enviar la cookie en cada petición.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8036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06324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Guard de rutas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5156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El guard de rutas protege el área administrativa según el rol del usuario.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0916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880360"/>
            <a:ext cx="73152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92040" y="3044952"/>
            <a:ext cx="475488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063240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</a:rPr>
              <a:t>Servicios centralizados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El frontend consume servicios unificados para auth, cursos, admins, solicitudes y dashboard.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Nota: CourseDetail.vue mantiene una integración heredada mientras el resto del frontend usa servicios centralizados.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Flujo Extremo a Extremo – Autenticación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Registro /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El usuario se registra o inicia sesión desde el frontend.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14884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68880" y="960120"/>
            <a:ext cx="1920240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2724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2724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542032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Validación backend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60320" y="24231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El backend valida credenciales y emite la sesión (cookie HttpOnly).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4884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63440" y="960120"/>
            <a:ext cx="1920240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32180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32180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736592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Perfil de usuario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54880" y="24231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El frontend consulta GET /api/v1/users/me para obtener el perfil real.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148840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858000" y="960120"/>
            <a:ext cx="1920240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51636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51636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6931152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Guard de rutas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949440" y="24231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El guard habilita o bloquea acceso al área admin según el rol del usuario.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  ·  POST /auth/login  ·  POST /auth/logout  ·  GET /users/me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4. Flujo Extremo a Extremo – Catálogo e Inscripción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0644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0644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Navegar catálogo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El usuario navega el catálogo público de cursos disponibles.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148840"/>
            <a:ext cx="155448" cy="1554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56232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391156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91156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911096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Detalle de curso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11096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Abre el detalle de un curso específico.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2148840"/>
            <a:ext cx="155448" cy="1554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66744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01668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20166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721608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Consulta estado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721608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El frontend consulta información del curso y el estado de inscripción del usuario.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148840"/>
            <a:ext cx="155448" cy="15544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77256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012180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01218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553212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Formulario solicitud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532120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Si procede, el usuario completa el formulario de solicitud con validaciones locales.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48840"/>
            <a:ext cx="155448" cy="15544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287768" y="960120"/>
            <a:ext cx="1664208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822692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822692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7342632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Registro backend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342632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El backend registra la solicitud y devuelve la respuesta de estado.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/courses/  ·  GET /courses/{id}  ·  GET /applications  ·  POST /applications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4. Flujo Extremo a Extremo – Gestión Administrativa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" y="960120"/>
            <a:ext cx="1664208" cy="34747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0644" y="10972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0644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Acceso 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El usuario con rol admin o suadmin accede a /admin.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148840"/>
            <a:ext cx="155448" cy="1554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56232" y="960120"/>
            <a:ext cx="1664208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391156" y="109728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91156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911096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11096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Visualiza el dashboard con métricas agregadas del sistema.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2148840"/>
            <a:ext cx="155448" cy="15544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666744" y="960120"/>
            <a:ext cx="1664208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01668" y="10972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201668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721608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Gestión de cursos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721608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Gestiona cursos: crear, editar, eliminar.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148840"/>
            <a:ext cx="155448" cy="15544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77256" y="960120"/>
            <a:ext cx="1664208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012180" y="109728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01218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53212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Solicitudes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532120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Revisa y gestiona el estado de solicitudes de inscripción.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48840"/>
            <a:ext cx="155448" cy="15544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287768" y="960120"/>
            <a:ext cx="1664208" cy="3474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822692" y="1097280"/>
            <a:ext cx="594360" cy="5943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822692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4b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342632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</a:rPr>
              <a:t>Administradores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342632" y="2423160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Gestiona cuentas de otros administradores del sistema.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/admin/users  ·  GET /courses/{id}/applications  ·  PATCH /applications/{id}/status  ·  GET /waiting-list/{id}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5. Endpoints Principales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28346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Autenticación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/api/v1/auth/register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8600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/api/v1/auth/login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" y="18470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/api/v1/auth/logout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/api/v1/users/me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91440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72968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Cursos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/api/v1/courses/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64408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/api/v1/courses/{id}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64408" y="18470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/api/v1/courses/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64408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/api/v1/courses/{id}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64408" y="23591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/api/v1/courses/{id}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08776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08776" y="914400"/>
            <a:ext cx="2834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08776" y="914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Administradores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0216" y="13350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/api/admin/users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00216" y="15910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/api/admin/users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0216" y="18470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/api/admin/users/{userId}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0216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/api/admin/users/{userId}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" y="29260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7160" y="2926080"/>
            <a:ext cx="283464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" y="2926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Solicitudes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" y="3346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/api/v1/applications/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8600" y="36027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/api/v1/applications/{app_id}/status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8600" y="3858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/api/v1/applications/{app_id}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72968" y="292608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72968" y="2926080"/>
            <a:ext cx="28346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72968" y="2926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64408" y="3346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/api/v1/courses/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64408" y="36027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/api/v1/courses/{courseId}/applications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64408" y="38587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/api/v1/waiting-list/{courseId}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64408" y="4114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/api/admin/users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5. Integración Pública Heredada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Endpoints heredados mantenidos en CourseDetail.vue para compatibilidad: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/courses/{id}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554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Obtiene el detalle de un curso por 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212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/applications?user_id={id}&amp;course_id={id}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212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Comprueba si el usuario ya está inscrito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8412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7121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8712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/applications?course_id={id}&amp;status=aceptado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871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Lista inscripciones aceptadas en un curso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594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5295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5295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/applications?course_id={id}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529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Cuenta total de solicitudes de un curso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096512"/>
            <a:ext cx="84124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187952"/>
            <a:ext cx="5943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18795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41879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/applications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4187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Crea una nueva solicitud de inscripción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2400E"/>
                </a:solidFill>
              </a:rPr>
              <a:t>Esta integración heredada se mantiene mientras se completa la migración a los servicios centralizados del frontend.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6. Validaciones y Reglas de Negocio – Registro &amp; Login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Registro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087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Nombre completo obligatorio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208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020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Correo con formato válido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3288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532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Contraseña de al menos 8 caracteres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4495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044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Confirmación de contraseña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57016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5570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DNI/NIE válido si se proporciona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6908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77240" y="4069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Mayoría de edad mínima de 18 años si existe fecha de nacimiento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</a:t>
            </a:r>
            <a:endParaRPr lang="en-US" sz="16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08760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Correo obligatorio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20824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57800" y="2020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Contraseña obligatoria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6. Validaciones – Inscripción Pública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04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097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Aceptación de términos y condiciones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175564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202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8470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Validación de DNI/NIE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74320" y="2505456"/>
            <a:ext cx="859536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7004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59689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Edad mínima de 18 años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274320" y="325526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1985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3467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Selección explícita de DARDE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274320" y="4005072"/>
            <a:ext cx="859536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6966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2960" y="40965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Límite de 250 caracteres para formación previa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6. Validaciones – Cursos Administrativos &amp; Solicitudes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Cursos Administrativos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087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Nombre obligatorio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756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075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Fecha de inicio obligatoria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4261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6426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Fecha de fin obligatoria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95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209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La fecha de fin debe ser posterior a la de inicio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7647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7764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Capacidad: null o 0 significa sin límite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Solicitudes Administrativas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0876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780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Solo se puede cambiar el campo status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167128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2167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 eliminar la solicitud completa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825496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57800" y="28254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No se expone creación o edición completa desde el panel administrativo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7. Operación Local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(pnpm)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install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dev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lint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test:unit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test:e2e:dev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(uvicorn)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alembic upgrade head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8. Resumen de Experiencia de Usuario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241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14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Experiencia Pública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912" y="17373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9808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Inicio y navegación al catálogo de cursos disponibles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" y="24505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9808" y="2404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Detalle del curso con formulario de inscripción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" y="31638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9808" y="31181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Registro e inicio de sesión de usuario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09160" y="914400"/>
            <a:ext cx="41148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024128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914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Experiencia Administrativa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873752" y="1737360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184648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Dashboard con métricas agregadas del sistema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73752" y="2450592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184648" y="24048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Gestión completa de cursos (CRUD)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73752" y="3163824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184648" y="31181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Gestión y seguimiento de solicitudes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73752" y="3877056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184648" y="3831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Administración de cuentas de administradores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9. Observaciones Técnicas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9728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Seguridad de sesión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La sesión se basa en cookie HttpOnly para reducir la exposición del token al cliente JavaScript.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73152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078992"/>
            <a:ext cx="475488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9728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Integración heredada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El frontend mantiene una pequeña integración heredada en CourseDetail.vue mientras el resto usa servicios centralizados.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7432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8036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06324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Validaciones locales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5156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Las validaciones locales en el frontend reducen errores antes del envío al backend, mejorando la UX.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70916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88036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92040" y="3044952"/>
            <a:ext cx="47548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063240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2971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Estructura modular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La estructura modular facilita traducir, ampliar o sustituir vistas públicas sin tocar la lógica del dominio.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01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CourseFlow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</a:rPr>
              <a:t>Sistema Integrado · Backend + Frontend · Listo para producción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5212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148132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4B8A6"/>
                </a:solidFill>
              </a:rPr>
              <a:t>REPOSITORIOS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956816"/>
            <a:ext cx="521208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95681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Backend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89888" y="195681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github.com/MirelSIG/CourseFlow_Backend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523744"/>
            <a:ext cx="5212080" cy="475488"/>
          </a:xfrm>
          <a:prstGeom prst="rect">
            <a:avLst/>
          </a:prstGeom>
          <a:solidFill>
            <a:srgbClr val="0D1F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523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Frontend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89888" y="252374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github.com/Kevingedev/CourseFlow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200400"/>
            <a:ext cx="521208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FastAPI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0312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Vue 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4048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Docker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10312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Pinia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852160" y="164592"/>
            <a:ext cx="3108960" cy="4800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852160" y="164592"/>
            <a:ext cx="3108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852160" y="164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EQUIPO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80176" y="74980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980176" y="749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19088" y="749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Santiago Patiño Torres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19088" y="99669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Desarrollador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19088" y="11795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github.com/SANTPT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989320" y="1481328"/>
            <a:ext cx="283464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980176" y="154533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980176" y="1545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19088" y="1545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Kevin Ruiz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19088" y="17922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Desarrollador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419088" y="19751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github.com/Kevingedev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989320" y="2276856"/>
            <a:ext cx="283464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980176" y="234086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980176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419088" y="23408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Mirel Volcán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419088" y="25877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Desarrolladora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419088" y="27706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github.com/MirelSIG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989320" y="3072384"/>
            <a:ext cx="283464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980176" y="31363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980176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419088" y="3136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Stiwar Troyano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419088" y="3383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Desarrollador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6419088" y="35661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github.com/troyanojoi-sour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989320" y="3867912"/>
            <a:ext cx="2834640" cy="9144"/>
          </a:xfrm>
          <a:prstGeom prst="rect">
            <a:avLst/>
          </a:prstGeom>
          <a:solidFill>
            <a:srgbClr val="2D4E72"/>
          </a:solidFill>
          <a:ln w="12700">
            <a:solidFill>
              <a:srgbClr val="2D4E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5980176" y="393192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598017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419088" y="3931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Andrés Ocina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6419088" y="41788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</a:rPr>
              <a:t>Asesor educativo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419088" y="436168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github.com/andres63teacher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1415</Words>
  <Application>Microsoft Macintosh PowerPoint</Application>
  <PresentationFormat>On-screen Show (16:9)</PresentationFormat>
  <Paragraphs>285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CourseFlow – Sistema Integrado</dc:title>
  <dc:subject>PptxGenJS Presentation</dc:subject>
  <dc:creator>PptxGenJS</dc:creator>
  <cp:lastModifiedBy>Mirel Volcan</cp:lastModifiedBy>
  <cp:revision>1</cp:revision>
  <dcterms:created xsi:type="dcterms:W3CDTF">2026-05-23T11:21:53Z</dcterms:created>
  <dcterms:modified xsi:type="dcterms:W3CDTF">2026-05-23T12:22:12Z</dcterms:modified>
</cp:coreProperties>
</file>